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a04073f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a04073f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a04073f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a04073f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a04073ff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a04073ff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a04073ff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a04073ff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a04073ff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a04073ff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a04073ff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a04073ff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a04073ff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a04073ff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a04073ff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a04073ff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a04073ff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a04073ff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a04073ff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a04073ff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a04073ff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a04073ff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a04073ff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a04073ff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Hundo IST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Inventory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96" y="1102125"/>
            <a:ext cx="4416524" cy="351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675" y="1102113"/>
            <a:ext cx="4416524" cy="351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464025"/>
            <a:ext cx="8520600" cy="41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12 Slots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Zap, Razor, Honey, Wood, Nightshade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pick up in order: Honey, Nightshade, Wood, Zap, Razor (EAT THIS)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DROP Hylian, Pepper, Sun, Durian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Hylian, Pepper, Sun, Durian, Spring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Hylian, Pepper, Sun, Durian, Zap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406825"/>
            <a:ext cx="8520600" cy="41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 and PICK UP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Rush, 3 Screws, Carrot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4 Bass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 Lotus, Fang, Fang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 Talon, Horn, Shaft (Pick up in that order?)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SAVE (optional move date up 1 day)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LOAD SoR for invalid Star tab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LOAD Kak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387750"/>
            <a:ext cx="85206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Key Items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Drop 8 Korok Seeds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Mat 2 row 2 col 5 (cheat code &lt;^&gt;&lt;)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DROP and PICK UP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4 bass, 1 horn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 lotus, 2 talon, 1 shaft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4 princess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BREAK 2 slots using fairies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LOAD Kak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387750"/>
            <a:ext cx="85206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 and PICK UP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8 bass, 2 horn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4 princess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4 lotus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4 fang, 4 talon, 2 shaft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LOAD Kak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387750"/>
            <a:ext cx="85206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 and PICK UP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8 talon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4 horn, 4 shaft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8 princess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GET all stamina and as many hearts as possible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BUY 1 fire arrow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EQUIP hylian shield, royal claymore, forest dweller's bow, fire arrow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LOAD Plateau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311700" y="387750"/>
            <a:ext cx="85206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EAT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LOAD Kak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LOAD Kak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EQUIP club, falcon bow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DROP 5 cores, 1 acorn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SELL all cores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PICK UP cores, acorn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LOAD Plateau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311700" y="387750"/>
            <a:ext cx="85206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 UP spear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UNEQUIP spear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EAT 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LOAD Kak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SHOOT arrow SAVE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LOAD Plateau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311700" y="387750"/>
            <a:ext cx="85206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EAT 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LOAD Kak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SHOOT arrow SAVE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LOAD Kak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idx="1" type="body"/>
          </p:nvPr>
        </p:nvSpPr>
        <p:spPr>
          <a:xfrm>
            <a:off x="311700" y="387750"/>
            <a:ext cx="85206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 UP wooden bow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EQUIP wooden bow, ancient arrow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BUY swift carrot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SORT materials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DROP and PICK UP lotus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LOAD Plateau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311700" y="387750"/>
            <a:ext cx="85206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EAT 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LOAD Kak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SHOOT arrow SAVE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LOAD Kak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idx="1" type="body"/>
          </p:nvPr>
        </p:nvSpPr>
        <p:spPr>
          <a:xfrm>
            <a:off x="311700" y="387750"/>
            <a:ext cx="85206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 claymore and continue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EQUIP falcon for BTB then swap to fire arrows after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WMC Meal: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Roast endura, drop nightshade + wooden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Talk bolson, save, reload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COOK fang + 4 lotus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EAT 7 meals, sort TWICE, hold roasted carrot (meal 1 row 3 col 5 &lt;^&gt;&lt;)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COOK roasted carrot, princess, 3 fairies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EAT 2 meals, SAVE, RELOAD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